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6" r:id="rId5"/>
    <p:sldId id="260" r:id="rId6"/>
    <p:sldId id="261" r:id="rId7"/>
    <p:sldId id="262" r:id="rId8"/>
    <p:sldId id="267" r:id="rId9"/>
    <p:sldId id="268" r:id="rId10"/>
    <p:sldId id="269" r:id="rId11"/>
    <p:sldId id="270" r:id="rId12"/>
    <p:sldId id="271" r:id="rId13"/>
    <p:sldId id="279" r:id="rId14"/>
    <p:sldId id="265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1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976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7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21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85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90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97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3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98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70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41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7D67A-FD20-4724-8CED-6115D3E188F0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530A5-2349-45A2-956A-523635F82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05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127" y="3705360"/>
            <a:ext cx="5751330" cy="17296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8754" y="435654"/>
            <a:ext cx="103936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Simple Linear Regression is a type of Regression algorithms that models the relationship between a dependent variable and a single independent variable. The relationship shown by a Simple Linear Regression model is linear or a sloped straight line, hence it is called Simple Linear Regression.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918754" y="1783807"/>
            <a:ext cx="105112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The key point in Simple Linear Regression is that the </a:t>
            </a:r>
            <a:r>
              <a:rPr lang="en-US" b="1" i="1" dirty="0" smtClean="0">
                <a:solidFill>
                  <a:srgbClr val="333333"/>
                </a:solidFill>
                <a:effectLst/>
                <a:latin typeface="inter-bold"/>
              </a:rPr>
              <a:t>dependent variable must be a continuous/real value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. However, the independent variable can be measured on continuous or categorical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08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153" y="1161733"/>
            <a:ext cx="6039693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15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598" y="2409682"/>
            <a:ext cx="9154803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3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73" y="680654"/>
            <a:ext cx="7544853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7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125" y="733049"/>
            <a:ext cx="8411749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57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652" y="780680"/>
            <a:ext cx="8392696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72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81" y="1357571"/>
            <a:ext cx="10058400" cy="397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07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66" y="1167095"/>
            <a:ext cx="10058400" cy="42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58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52" y="1343285"/>
            <a:ext cx="10638095" cy="4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53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95" y="1100428"/>
            <a:ext cx="10723809" cy="4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6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66" y="976619"/>
            <a:ext cx="10066667" cy="4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73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86" y="976619"/>
            <a:ext cx="10171428" cy="4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66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86" y="1029000"/>
            <a:ext cx="9971428" cy="4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86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14" y="928050"/>
            <a:ext cx="10028571" cy="5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7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952" y="809952"/>
            <a:ext cx="9838095" cy="5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19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47" y="862333"/>
            <a:ext cx="10161905" cy="5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518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6" y="900428"/>
            <a:ext cx="10266667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20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71" y="471857"/>
            <a:ext cx="10342857" cy="5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96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66" y="671857"/>
            <a:ext cx="11066667" cy="5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62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90" y="1105190"/>
            <a:ext cx="10447619" cy="4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93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</Words>
  <Application>Microsoft Office PowerPoint</Application>
  <PresentationFormat>Widescreen</PresentationFormat>
  <Paragraphs>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inter-bold</vt:lpstr>
      <vt:lpstr>inter-regular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2022-10-17T12:15:42Z</dcterms:created>
  <dcterms:modified xsi:type="dcterms:W3CDTF">2022-10-17T12:17:18Z</dcterms:modified>
</cp:coreProperties>
</file>