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0D52-A65B-4266-8B80-5F9CCF7AA401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B02AE-50F0-4249-B54A-3A922AA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401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0D52-A65B-4266-8B80-5F9CCF7AA401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B02AE-50F0-4249-B54A-3A922AA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842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0D52-A65B-4266-8B80-5F9CCF7AA401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B02AE-50F0-4249-B54A-3A922AA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251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0D52-A65B-4266-8B80-5F9CCF7AA401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B02AE-50F0-4249-B54A-3A922AA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077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0D52-A65B-4266-8B80-5F9CCF7AA401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B02AE-50F0-4249-B54A-3A922AA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135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0D52-A65B-4266-8B80-5F9CCF7AA401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B02AE-50F0-4249-B54A-3A922AA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077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0D52-A65B-4266-8B80-5F9CCF7AA401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B02AE-50F0-4249-B54A-3A922AA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217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0D52-A65B-4266-8B80-5F9CCF7AA401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B02AE-50F0-4249-B54A-3A922AA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52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0D52-A65B-4266-8B80-5F9CCF7AA401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B02AE-50F0-4249-B54A-3A922AA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2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0D52-A65B-4266-8B80-5F9CCF7AA401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B02AE-50F0-4249-B54A-3A922AA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902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0D52-A65B-4266-8B80-5F9CCF7AA401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B02AE-50F0-4249-B54A-3A922AA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431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60D52-A65B-4266-8B80-5F9CCF7AA401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1B02AE-50F0-4249-B54A-3A922AA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869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-92075"/>
            <a:ext cx="10515600" cy="1325563"/>
          </a:xfrm>
        </p:spPr>
        <p:txBody>
          <a:bodyPr/>
          <a:lstStyle/>
          <a:p>
            <a:r>
              <a:rPr lang="en-US" dirty="0" smtClean="0"/>
              <a:t>Standard scaler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233488"/>
            <a:ext cx="10515600" cy="4883740"/>
          </a:xfrm>
        </p:spPr>
        <p:txBody>
          <a:bodyPr>
            <a:normAutofit/>
          </a:bodyPr>
          <a:lstStyle/>
          <a:p>
            <a:r>
              <a:rPr lang="en-US" sz="1600" dirty="0"/>
              <a:t>The idea behind the </a:t>
            </a:r>
            <a:r>
              <a:rPr lang="en-US" sz="1600" dirty="0" err="1"/>
              <a:t>StandardScaler</a:t>
            </a:r>
            <a:r>
              <a:rPr lang="en-US" sz="1600" dirty="0"/>
              <a:t> is that variables that are measured at different scales do not contribute equally </a:t>
            </a:r>
            <a:r>
              <a:rPr lang="en-US" sz="1600" dirty="0" smtClean="0"/>
              <a:t>while training model </a:t>
            </a:r>
            <a:r>
              <a:rPr lang="en-US" sz="1600" dirty="0"/>
              <a:t>and </a:t>
            </a:r>
            <a:r>
              <a:rPr lang="en-US" sz="1600" dirty="0" smtClean="0"/>
              <a:t>model will create a bias.</a:t>
            </a:r>
            <a:r>
              <a:rPr lang="en-US" sz="1600" dirty="0"/>
              <a:t> </a:t>
            </a:r>
            <a:r>
              <a:rPr lang="en-US" sz="1600" dirty="0" smtClean="0"/>
              <a:t>So</a:t>
            </a:r>
            <a:r>
              <a:rPr lang="en-US" sz="1600" dirty="0"/>
              <a:t>, to deal with this potential problem, we need to standardize the data </a:t>
            </a:r>
            <a:r>
              <a:rPr lang="en-US" sz="1600" dirty="0" smtClean="0"/>
              <a:t>before applying to </a:t>
            </a:r>
            <a:r>
              <a:rPr lang="en-US" sz="1600" dirty="0"/>
              <a:t>the machine learning model.</a:t>
            </a:r>
          </a:p>
          <a:p>
            <a:r>
              <a:rPr lang="en-US" sz="1600" dirty="0" smtClean="0"/>
              <a:t>Standard </a:t>
            </a:r>
            <a:r>
              <a:rPr lang="en-US" sz="1600" dirty="0"/>
              <a:t>Scaler helps to get standardized distribution, with a zero mean and standard deviation of one (unit variance). It standardizes features by subtracting the mean value from the feature and then dividing the result by feature standard deviation. </a:t>
            </a:r>
            <a:endParaRPr lang="en-US" sz="1600" dirty="0" smtClean="0"/>
          </a:p>
          <a:p>
            <a:r>
              <a:rPr lang="en-US" sz="1600" dirty="0" smtClean="0"/>
              <a:t>in  Standardization, </a:t>
            </a:r>
            <a:r>
              <a:rPr lang="en-US" sz="1600" dirty="0" smtClean="0"/>
              <a:t>we just</a:t>
            </a:r>
            <a:r>
              <a:rPr lang="en-US" sz="1600" dirty="0" smtClean="0"/>
              <a:t> </a:t>
            </a:r>
            <a:r>
              <a:rPr lang="en-US" sz="1600" dirty="0" smtClean="0"/>
              <a:t>changing the </a:t>
            </a:r>
            <a:r>
              <a:rPr lang="en-US" sz="1600" i="1" dirty="0" smtClean="0"/>
              <a:t>shape of the distribution</a:t>
            </a:r>
            <a:r>
              <a:rPr lang="en-US" sz="1600" dirty="0" smtClean="0"/>
              <a:t> of your data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/>
              <a:t/>
            </a:r>
            <a:br>
              <a:rPr lang="en-US" sz="1600" dirty="0" smtClean="0"/>
            </a:br>
            <a:endParaRPr lang="en-US" sz="1600" dirty="0" smtClean="0"/>
          </a:p>
          <a:p>
            <a:endParaRPr lang="en-IN" sz="16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73" y="3213462"/>
            <a:ext cx="11361918" cy="364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163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251" y="310333"/>
            <a:ext cx="10515600" cy="1596844"/>
          </a:xfrm>
        </p:spPr>
        <p:txBody>
          <a:bodyPr>
            <a:normAutofit/>
          </a:bodyPr>
          <a:lstStyle/>
          <a:p>
            <a:pPr fontAlgn="base"/>
            <a:r>
              <a:rPr lang="en-US" sz="2400" dirty="0" smtClean="0"/>
              <a:t>In standard scaler the</a:t>
            </a:r>
            <a:r>
              <a:rPr lang="en-US" sz="2400" dirty="0"/>
              <a:t> </a:t>
            </a:r>
            <a:r>
              <a:rPr lang="en-US" sz="2400" b="1" dirty="0"/>
              <a:t>fit(data)</a:t>
            </a:r>
            <a:r>
              <a:rPr lang="en-US" sz="2400" dirty="0"/>
              <a:t> method is used to compute the mean and standard deviation for a given feature so that it can be used further for scaling.</a:t>
            </a:r>
          </a:p>
          <a:p>
            <a:pPr fontAlgn="base"/>
            <a:r>
              <a:rPr lang="en-US" sz="2400" dirty="0" smtClean="0"/>
              <a:t>In standard scaler the</a:t>
            </a:r>
            <a:r>
              <a:rPr lang="en-US" sz="2400" b="1" dirty="0"/>
              <a:t> transform(data) </a:t>
            </a:r>
            <a:r>
              <a:rPr lang="en-US" sz="2400" dirty="0"/>
              <a:t>method is used to perform scaling using mean and standard deviation calculated using the .fit() method.</a:t>
            </a:r>
          </a:p>
          <a:p>
            <a:endParaRPr lang="en-IN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109" y="2376171"/>
            <a:ext cx="1361530" cy="109586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923109" y="3472037"/>
                <a:ext cx="6096000" cy="258532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Here,</a:t>
                </a:r>
              </a:p>
              <a:p>
                <a:pPr fontAlgn="base"/>
                <a:r>
                  <a:rPr lang="en-US" dirty="0"/>
                  <a:t>z is scaled data.</a:t>
                </a:r>
              </a:p>
              <a:p>
                <a:pPr fontAlgn="base"/>
                <a:r>
                  <a:rPr lang="en-US" dirty="0"/>
                  <a:t>x is to be scaled data.</a:t>
                </a:r>
              </a:p>
              <a:p>
                <a:pPr fontAlgn="base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is the mean of the training samples</a:t>
                </a:r>
              </a:p>
              <a:p>
                <a:pPr fontAlgn="base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is the standard deviation of the training samples.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109" y="3472037"/>
                <a:ext cx="6096000" cy="2585323"/>
              </a:xfrm>
              <a:prstGeom prst="rect">
                <a:avLst/>
              </a:prstGeom>
              <a:blipFill>
                <a:blip r:embed="rId3"/>
                <a:stretch>
                  <a:fillRect l="-8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7552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Which algorithm require standard scaler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/>
            <a:r>
              <a:rPr lang="en-IN" dirty="0" smtClean="0"/>
              <a:t>Those algorithms works on distance base calculation required scaling.</a:t>
            </a:r>
          </a:p>
          <a:p>
            <a:pPr marL="285750" indent="-285750"/>
            <a:r>
              <a:rPr lang="en-IN" dirty="0" smtClean="0"/>
              <a:t>K-Nearest </a:t>
            </a:r>
            <a:r>
              <a:rPr lang="en-IN" dirty="0" err="1" smtClean="0"/>
              <a:t>Neighbors</a:t>
            </a:r>
            <a:r>
              <a:rPr lang="en-IN" dirty="0" smtClean="0"/>
              <a:t>(KNN) </a:t>
            </a:r>
          </a:p>
          <a:p>
            <a:pPr marL="285750" indent="-285750"/>
            <a:r>
              <a:rPr lang="en-IN" dirty="0" smtClean="0"/>
              <a:t>K-Means</a:t>
            </a:r>
          </a:p>
          <a:p>
            <a:pPr marL="285750" indent="-285750"/>
            <a:r>
              <a:rPr lang="en-IN" dirty="0" smtClean="0"/>
              <a:t>Support Vector Machine(SVM) </a:t>
            </a:r>
          </a:p>
          <a:p>
            <a:pPr marL="285750" indent="-285750"/>
            <a:r>
              <a:rPr lang="en-IN" dirty="0" smtClean="0"/>
              <a:t>Gradient Descent Based Algorithms </a:t>
            </a:r>
          </a:p>
          <a:p>
            <a:pPr marL="285750" indent="-285750"/>
            <a:r>
              <a:rPr lang="en-IN" dirty="0" smtClean="0"/>
              <a:t>Linear Regression </a:t>
            </a:r>
          </a:p>
          <a:p>
            <a:pPr marL="285750" indent="-285750"/>
            <a:r>
              <a:rPr lang="en-IN" dirty="0" smtClean="0"/>
              <a:t>Logistic Regression</a:t>
            </a:r>
          </a:p>
          <a:p>
            <a:pPr marL="285750" indent="-285750"/>
            <a:r>
              <a:rPr lang="en-IN" dirty="0" smtClean="0"/>
              <a:t>Neural Network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9651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99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Standard scaler</vt:lpstr>
      <vt:lpstr>PowerPoint Presentation</vt:lpstr>
      <vt:lpstr>Which algorithm require standard scaler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scaler</dc:title>
  <dc:creator>Admin</dc:creator>
  <cp:lastModifiedBy>Admin</cp:lastModifiedBy>
  <cp:revision>4</cp:revision>
  <dcterms:created xsi:type="dcterms:W3CDTF">2022-10-17T11:46:55Z</dcterms:created>
  <dcterms:modified xsi:type="dcterms:W3CDTF">2022-10-18T05:46:55Z</dcterms:modified>
</cp:coreProperties>
</file>