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54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25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30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806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602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55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21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4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77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013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1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5A059-A56D-41A9-BF28-11FE1F914EAE}" type="datetimeFigureOut">
              <a:rPr lang="en-IN" smtClean="0"/>
              <a:t>18-10-2022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2C79C-D16E-44C2-BCB7-72D6D38713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7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Encoding is technique convert things into some form of code</a:t>
            </a:r>
          </a:p>
          <a:p>
            <a:r>
              <a:rPr lang="en-US" dirty="0" smtClean="0"/>
              <a:t>ML algorithm </a:t>
            </a:r>
            <a:r>
              <a:rPr lang="en-US" dirty="0"/>
              <a:t>require all input variables and output variables to be </a:t>
            </a:r>
            <a:r>
              <a:rPr lang="en-US" dirty="0" smtClean="0"/>
              <a:t>numeric.so, we need to encode the categorical data columns before applying Ml algorithm.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66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encoding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46375"/>
          </a:xfrm>
        </p:spPr>
        <p:txBody>
          <a:bodyPr/>
          <a:lstStyle/>
          <a:p>
            <a:r>
              <a:rPr lang="en-US" sz="2400" dirty="0"/>
              <a:t>There are two types of categorical variable, nominal and ordinal</a:t>
            </a:r>
            <a:r>
              <a:rPr lang="en-US" sz="2400" dirty="0" smtClean="0"/>
              <a:t>.</a:t>
            </a:r>
            <a:r>
              <a:rPr lang="en-US" sz="2400" dirty="0"/>
              <a:t> A nominal variable has no intrinsic ordering to its categories. For </a:t>
            </a:r>
            <a:r>
              <a:rPr lang="en-US" sz="2400" dirty="0" smtClean="0"/>
              <a:t>example colors of car </a:t>
            </a:r>
            <a:r>
              <a:rPr lang="en-US" sz="2400" dirty="0" err="1" smtClean="0"/>
              <a:t>red,white</a:t>
            </a:r>
            <a:r>
              <a:rPr lang="en-US" sz="2400" dirty="0" smtClean="0"/>
              <a:t> and black.</a:t>
            </a:r>
          </a:p>
          <a:p>
            <a:r>
              <a:rPr lang="en-US" sz="2400" b="1" dirty="0" smtClean="0"/>
              <a:t>One </a:t>
            </a:r>
            <a:r>
              <a:rPr lang="en-US" sz="2400" b="1" dirty="0"/>
              <a:t>hot encoding</a:t>
            </a:r>
            <a:r>
              <a:rPr lang="en-US" sz="2400" dirty="0"/>
              <a:t>: Encoding each categorical variable with different Boolean variables (also called dummy variables) which take values 0 or 1, indicating if a category is present in an observation</a:t>
            </a:r>
            <a:r>
              <a:rPr lang="en-US" sz="2400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4167052" y="5933939"/>
            <a:ext cx="1658983" cy="5583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415246" y="5212080"/>
            <a:ext cx="1045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One hot encoding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436" y="5348823"/>
            <a:ext cx="1352550" cy="1019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95" y="5228545"/>
            <a:ext cx="323850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8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Ordinal encoding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the relationship between any categorical column as independent variable and dependent variable (Target Variable) is important, then </a:t>
            </a:r>
            <a:r>
              <a:rPr lang="en-US" sz="2400" dirty="0" smtClean="0"/>
              <a:t>we need to apply ordinal encoding for </a:t>
            </a:r>
            <a:r>
              <a:rPr lang="en-US" sz="2400" dirty="0" smtClean="0"/>
              <a:t>example person salary which has relation with education.</a:t>
            </a:r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Label </a:t>
            </a:r>
            <a:r>
              <a:rPr lang="en-US" sz="2400" b="1" dirty="0"/>
              <a:t>Encoding </a:t>
            </a:r>
            <a:r>
              <a:rPr lang="en-US" sz="2400" b="1" dirty="0" smtClean="0"/>
              <a:t>: </a:t>
            </a:r>
            <a:r>
              <a:rPr lang="en-US" sz="2400" dirty="0" smtClean="0"/>
              <a:t>here unique number will be provided to each categories in categorical column.</a:t>
            </a:r>
            <a:endParaRPr lang="en-IN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63" y="4413204"/>
            <a:ext cx="2082724" cy="12560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343" y="4536417"/>
            <a:ext cx="1428750" cy="1009650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4153989" y="4911634"/>
            <a:ext cx="1358537" cy="4441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153989" y="4265303"/>
            <a:ext cx="109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Lable</a:t>
            </a:r>
            <a:r>
              <a:rPr lang="en-US" dirty="0" smtClean="0"/>
              <a:t> encoding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14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Encoding</vt:lpstr>
      <vt:lpstr>Nominal encoding</vt:lpstr>
      <vt:lpstr>Ordinal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Nominal encoding</dc:title>
  <dc:creator>Admin</dc:creator>
  <cp:lastModifiedBy>Admin</cp:lastModifiedBy>
  <cp:revision>6</cp:revision>
  <dcterms:created xsi:type="dcterms:W3CDTF">2022-10-17T10:07:45Z</dcterms:created>
  <dcterms:modified xsi:type="dcterms:W3CDTF">2022-10-18T05:38:01Z</dcterms:modified>
</cp:coreProperties>
</file>