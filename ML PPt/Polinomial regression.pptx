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56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01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98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30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76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893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83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26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32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170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89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6F78A-21A6-4D97-9320-07E2ABB46D1C}" type="datetimeFigureOut">
              <a:rPr lang="en-IN" smtClean="0"/>
              <a:t>03-11-2022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8B761-A2CE-481D-914A-5EBA8FD72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445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13080" y="2967335"/>
            <a:ext cx="63658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Polynomial regression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675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5428" y="969560"/>
            <a:ext cx="117565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simple linear regression algorithm only works when the relationship between the data is linear But suppose if we have non-linear data then Linear regression will not capable to draw a best-fit line and It fails in such conditions.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35428" y="1751877"/>
            <a:ext cx="108047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consider the below diagram which has a non-linear relationship and you can see the Linear regression results on it, which does not perform well means which do not comes close to reality.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75211" y="235131"/>
            <a:ext cx="615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need of polynomial regression?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217714" y="3133631"/>
            <a:ext cx="48898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 polynomial regression can overcome this problem, which helps identify the curvilinear relationship between independent and dependent variables.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672" y="3468936"/>
            <a:ext cx="2896004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4000" y="1193466"/>
            <a:ext cx="1167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Polynomial regression is a form of Linear regression. </a:t>
            </a:r>
            <a:r>
              <a:rPr lang="en-US" dirty="0" smtClean="0">
                <a:solidFill>
                  <a:srgbClr val="222222"/>
                </a:solidFill>
                <a:latin typeface="georgia" panose="02040502050405020303" pitchFamily="18" charset="0"/>
              </a:rPr>
              <a:t>Hence,</a:t>
            </a:r>
            <a:r>
              <a:rPr lang="en-US" b="0" i="0" dirty="0" smtClean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 adding </a:t>
            </a:r>
            <a:r>
              <a:rPr lang="en-US" dirty="0" smtClean="0"/>
              <a:t>some </a:t>
            </a:r>
            <a:r>
              <a:rPr lang="en-US" dirty="0"/>
              <a:t>polynomial terms </a:t>
            </a:r>
            <a:r>
              <a:rPr lang="en-US" dirty="0" smtClean="0"/>
              <a:t>in </a:t>
            </a:r>
            <a:r>
              <a:rPr lang="en-US" dirty="0"/>
              <a:t>linear regression to convert it into Polynomial regression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The equation of polynomial regression is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18502" y="3132846"/>
            <a:ext cx="639625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degree(n) </a:t>
            </a:r>
            <a:r>
              <a:rPr lang="en-US" dirty="0"/>
              <a:t>of order which to use is a </a:t>
            </a:r>
            <a:r>
              <a:rPr lang="en-US" dirty="0" err="1"/>
              <a:t>Hyperparameter</a:t>
            </a:r>
            <a:r>
              <a:rPr lang="en-US" dirty="0"/>
              <a:t>, and we need to choose it wisely. But using a high degree of polynomial tries to </a:t>
            </a:r>
            <a:r>
              <a:rPr lang="en-US" dirty="0" err="1"/>
              <a:t>overfit</a:t>
            </a:r>
            <a:r>
              <a:rPr lang="en-US" dirty="0"/>
              <a:t> the data and for smaller values of degree, the model tries to </a:t>
            </a:r>
            <a:r>
              <a:rPr lang="en-US" dirty="0" err="1"/>
              <a:t>underfit</a:t>
            </a:r>
            <a:r>
              <a:rPr lang="en-US" dirty="0"/>
              <a:t> so we need to find the optimum value of a degree.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5278" y="2450959"/>
            <a:ext cx="31197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Y=B0+B1*X1+B2*</a:t>
            </a:r>
            <a:r>
              <a:rPr lang="pt-BR" b="1" dirty="0" smtClean="0"/>
              <a:t>x</a:t>
            </a:r>
            <a:r>
              <a:rPr lang="pt-BR" b="1" baseline="-25000" dirty="0" smtClean="0"/>
              <a:t>1</a:t>
            </a:r>
            <a:r>
              <a:rPr lang="pt-BR" b="1" baseline="30000" dirty="0" smtClean="0"/>
              <a:t>2</a:t>
            </a:r>
            <a:r>
              <a:rPr lang="en-US" dirty="0" smtClean="0"/>
              <a:t>+…+</a:t>
            </a:r>
            <a:r>
              <a:rPr lang="en-US" dirty="0" err="1" smtClean="0"/>
              <a:t>Bn</a:t>
            </a:r>
            <a:r>
              <a:rPr lang="en-US" dirty="0" smtClean="0"/>
              <a:t>*</a:t>
            </a:r>
            <a:r>
              <a:rPr lang="pt-BR" b="1" dirty="0" smtClean="0"/>
              <a:t>x</a:t>
            </a:r>
            <a:r>
              <a:rPr lang="pt-BR" b="1" baseline="-25000" dirty="0" smtClean="0"/>
              <a:t>1</a:t>
            </a:r>
            <a:r>
              <a:rPr lang="pt-BR" b="1" baseline="30000" dirty="0" smtClean="0"/>
              <a:t>n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053" y="3097290"/>
            <a:ext cx="3057952" cy="28483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5278" y="4911634"/>
            <a:ext cx="5730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From the graph we can understand the how out polynomial regression algorithm find curved relation ship between dependent and independent variable and give best solution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403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200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2022-10-18T04:34:01Z</dcterms:created>
  <dcterms:modified xsi:type="dcterms:W3CDTF">2022-11-03T10:17:14Z</dcterms:modified>
</cp:coreProperties>
</file>