
<file path=[Content_Types].xml><?xml version="1.0" encoding="utf-8"?>
<Types xmlns="http://schemas.openxmlformats.org/package/2006/content-types">
  <Default Extension="jpeg" ContentType="image/jpeg"/>
  <Default Extension="JPG" ContentType="image/.jp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3"/>
    <p:sldId id="258" r:id="rId4"/>
    <p:sldId id="257" r:id="rId5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000" autoAdjust="0"/>
    <p:restoredTop sz="94660"/>
  </p:normalViewPr>
  <p:slideViewPr>
    <p:cSldViewPr snapToGrid="0">
      <p:cViewPr varScale="1">
        <p:scale>
          <a:sx n="72" d="100"/>
          <a:sy n="72" d="100"/>
        </p:scale>
        <p:origin x="660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ableStyles" Target="tableStyles.xml"/><Relationship Id="rId7" Type="http://schemas.openxmlformats.org/officeDocument/2006/relationships/viewProps" Target="viewProps.xml"/><Relationship Id="rId6" Type="http://schemas.openxmlformats.org/officeDocument/2006/relationships/presProps" Target="presProps.xml"/><Relationship Id="rId5" Type="http://schemas.openxmlformats.org/officeDocument/2006/relationships/slide" Target="slides/slide3.xml"/><Relationship Id="rId4" Type="http://schemas.openxmlformats.org/officeDocument/2006/relationships/slide" Target="slides/slide2.xml"/><Relationship Id="rId3" Type="http://schemas.openxmlformats.org/officeDocument/2006/relationships/slide" Target="slides/slide1.xml"/><Relationship Id="rId2" Type="http://schemas.openxmlformats.org/officeDocument/2006/relationships/theme" Target="theme/theme1.xml"/><Relationship Id="rId1" Type="http://schemas.openxmlformats.org/officeDocument/2006/relationships/slideMaster" Target="slideMasters/slideMaster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smtClean="0"/>
              <a:t>Click to edit Master subtitle style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83FA18B-1109-4F1B-8E15-C49D02D17CC1}" type="datetimeFigureOut">
              <a:rPr lang="en-IN" smtClean="0"/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4D58A82-A1AE-4389-8931-8637D2038BB9}" type="slidenum">
              <a:rPr lang="en-IN" smtClean="0"/>
            </a:fld>
            <a:endParaRPr lang="en-IN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83FA18B-1109-4F1B-8E15-C49D02D17CC1}" type="datetimeFigureOut">
              <a:rPr lang="en-IN" smtClean="0"/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4D58A82-A1AE-4389-8931-8637D2038BB9}" type="slidenum">
              <a:rPr lang="en-IN" smtClean="0"/>
            </a:fld>
            <a:endParaRPr lang="en-IN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Edit Master text styles</a:t>
            </a:r>
            <a:endParaRPr lang="en-US" smtClean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83FA18B-1109-4F1B-8E15-C49D02D17CC1}" type="datetimeFigureOut">
              <a:rPr lang="en-IN" smtClean="0"/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4D58A82-A1AE-4389-8931-8637D2038BB9}" type="slidenum">
              <a:rPr lang="en-IN" smtClean="0"/>
            </a:fld>
            <a:endParaRPr lang="en-IN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83FA18B-1109-4F1B-8E15-C49D02D17CC1}" type="datetimeFigureOut">
              <a:rPr lang="en-IN" smtClean="0"/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4D58A82-A1AE-4389-8931-8637D2038BB9}" type="slidenum">
              <a:rPr lang="en-IN" smtClean="0"/>
            </a:fld>
            <a:endParaRPr lang="en-IN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Edit Master text styles</a:t>
            </a:r>
            <a:endParaRPr lang="en-US" smtClean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Edit Master text styles</a:t>
            </a:r>
            <a:endParaRPr lang="en-US" smtClean="0"/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83FA18B-1109-4F1B-8E15-C49D02D17CC1}" type="datetimeFigureOut">
              <a:rPr lang="en-IN" smtClean="0"/>
            </a:fld>
            <a:endParaRPr lang="en-IN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4D58A82-A1AE-4389-8931-8637D2038BB9}" type="slidenum">
              <a:rPr lang="en-IN" smtClean="0"/>
            </a:fld>
            <a:endParaRPr lang="en-IN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83FA18B-1109-4F1B-8E15-C49D02D17CC1}" type="datetimeFigureOut">
              <a:rPr lang="en-IN" smtClean="0"/>
            </a:fld>
            <a:endParaRPr lang="en-IN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4D58A82-A1AE-4389-8931-8637D2038BB9}" type="slidenum">
              <a:rPr lang="en-IN" smtClean="0"/>
            </a:fld>
            <a:endParaRPr lang="en-IN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83FA18B-1109-4F1B-8E15-C49D02D17CC1}" type="datetimeFigureOut">
              <a:rPr lang="en-IN" smtClean="0"/>
            </a:fld>
            <a:endParaRPr lang="en-IN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4D58A82-A1AE-4389-8931-8637D2038BB9}" type="slidenum">
              <a:rPr lang="en-IN" smtClean="0"/>
            </a:fld>
            <a:endParaRPr lang="en-IN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Edit Master text styles</a:t>
            </a:r>
            <a:endParaRPr lang="en-US" smtClean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83FA18B-1109-4F1B-8E15-C49D02D17CC1}" type="datetimeFigureOut">
              <a:rPr lang="en-IN" smtClean="0"/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4D58A82-A1AE-4389-8931-8637D2038BB9}" type="slidenum">
              <a:rPr lang="en-IN" smtClean="0"/>
            </a:fld>
            <a:endParaRPr lang="en-IN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Edit Master text styles</a:t>
            </a:r>
            <a:endParaRPr lang="en-US" smtClean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83FA18B-1109-4F1B-8E15-C49D02D17CC1}" type="datetimeFigureOut">
              <a:rPr lang="en-IN" smtClean="0"/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4D58A82-A1AE-4389-8931-8637D2038BB9}" type="slidenum">
              <a:rPr lang="en-IN" smtClean="0"/>
            </a:fld>
            <a:endParaRPr lang="en-IN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83FA18B-1109-4F1B-8E15-C49D02D17CC1}" type="datetimeFigureOut">
              <a:rPr lang="en-IN" smtClean="0"/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4D58A82-A1AE-4389-8931-8637D2038BB9}" type="slidenum">
              <a:rPr lang="en-IN" smtClean="0"/>
            </a:fld>
            <a:endParaRPr lang="en-IN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 smtClean="0"/>
              <a:t>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83FA18B-1109-4F1B-8E15-C49D02D17CC1}" type="datetimeFigureOut">
              <a:rPr lang="en-IN" smtClean="0"/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4D58A82-A1AE-4389-8931-8637D2038BB9}" type="slidenum">
              <a:rPr lang="en-IN" smtClean="0"/>
            </a:fld>
            <a:endParaRPr lang="en-IN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2" Type="http://schemas.openxmlformats.org/officeDocument/2006/relationships/theme" Target="../theme/theme1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83FA18B-1109-4F1B-8E15-C49D02D17CC1}" type="datetimeFigureOut">
              <a:rPr lang="en-IN" smtClean="0"/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4D58A82-A1AE-4389-8931-8637D2038BB9}" type="slidenum">
              <a:rPr lang="en-IN" smtClean="0"/>
            </a:fld>
            <a:endParaRPr lang="en-IN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Normalization vs standardization</a:t>
            </a:r>
            <a:endParaRPr lang="en-IN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Normalization ((Scaling</a:t>
            </a:r>
            <a:r>
              <a:rPr lang="en-US" dirty="0" smtClean="0"/>
              <a:t>)</a:t>
            </a:r>
            <a:endParaRPr lang="en-IN" dirty="0"/>
          </a:p>
        </p:txBody>
      </p:sp>
      <p:sp>
        <p:nvSpPr>
          <p:cNvPr id="6" name="Content Placeholder 5"/>
          <p:cNvSpPr>
            <a:spLocks noGrp="1"/>
          </p:cNvSpPr>
          <p:nvPr>
            <p:ph sz="half" idx="2"/>
          </p:nvPr>
        </p:nvSpPr>
        <p:spPr/>
        <p:txBody>
          <a:bodyPr>
            <a:normAutofit/>
          </a:bodyPr>
          <a:lstStyle/>
          <a:p>
            <a:r>
              <a:rPr lang="en-US" dirty="0" smtClean="0"/>
              <a:t>Normalization is process of scale data value between range of zero and one</a:t>
            </a:r>
            <a:endParaRPr lang="en-US" dirty="0" smtClean="0"/>
          </a:p>
          <a:p>
            <a:r>
              <a:rPr lang="en-US" dirty="0" err="1" smtClean="0"/>
              <a:t>MinMaxScaler</a:t>
            </a:r>
            <a:r>
              <a:rPr lang="en-US" dirty="0" smtClean="0"/>
              <a:t>.</a:t>
            </a:r>
            <a:endParaRPr lang="en-US" dirty="0" smtClean="0"/>
          </a:p>
          <a:p>
            <a:r>
              <a:rPr lang="en-US" dirty="0" smtClean="0"/>
              <a:t>It widely use with deep learning algorithm. </a:t>
            </a:r>
            <a:endParaRPr lang="en-US" dirty="0" smtClean="0"/>
          </a:p>
          <a:p>
            <a:r>
              <a:rPr lang="en-US" dirty="0" smtClean="0"/>
              <a:t>in</a:t>
            </a:r>
            <a:r>
              <a:rPr lang="en-US" dirty="0"/>
              <a:t> </a:t>
            </a:r>
            <a:r>
              <a:rPr lang="en-US" b="1" dirty="0"/>
              <a:t>scaling</a:t>
            </a:r>
            <a:r>
              <a:rPr lang="en-US" dirty="0"/>
              <a:t>, you're changing the </a:t>
            </a:r>
            <a:r>
              <a:rPr lang="en-US" i="1" dirty="0"/>
              <a:t>range</a:t>
            </a:r>
            <a:r>
              <a:rPr lang="en-US" dirty="0"/>
              <a:t> of your data</a:t>
            </a:r>
            <a:endParaRPr lang="en-US" dirty="0"/>
          </a:p>
          <a:p>
            <a:endParaRPr lang="en-IN" dirty="0"/>
          </a:p>
        </p:txBody>
      </p:sp>
      <p:sp>
        <p:nvSpPr>
          <p:cNvPr id="7" name="Text Placeholder 6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lang="en-US" dirty="0" smtClean="0"/>
              <a:t>Standardization</a:t>
            </a:r>
            <a:endParaRPr lang="en-IN" dirty="0"/>
          </a:p>
        </p:txBody>
      </p:sp>
      <p:sp>
        <p:nvSpPr>
          <p:cNvPr id="8" name="Content Placeholder 7"/>
          <p:cNvSpPr>
            <a:spLocks noGrp="1"/>
          </p:cNvSpPr>
          <p:nvPr>
            <p:ph sz="quarter" idx="4"/>
          </p:nvPr>
        </p:nvSpPr>
        <p:spPr/>
        <p:txBody>
          <a:bodyPr>
            <a:normAutofit fontScale="92500" lnSpcReduction="20000"/>
          </a:bodyPr>
          <a:lstStyle/>
          <a:p>
            <a:r>
              <a:rPr lang="en-US" dirty="0" smtClean="0"/>
              <a:t>Standardization is process of scale data value base on standard normal distribution.</a:t>
            </a:r>
            <a:endParaRPr lang="en-US" dirty="0" smtClean="0"/>
          </a:p>
          <a:p>
            <a:r>
              <a:rPr lang="en-US" dirty="0" err="1" smtClean="0"/>
              <a:t>Standardscaler</a:t>
            </a:r>
            <a:endParaRPr lang="en-US" dirty="0" smtClean="0"/>
          </a:p>
          <a:p>
            <a:r>
              <a:rPr lang="en-US" dirty="0" err="1" smtClean="0"/>
              <a:t>Robustscaler</a:t>
            </a:r>
            <a:endParaRPr lang="en-US" dirty="0" smtClean="0"/>
          </a:p>
          <a:p>
            <a:r>
              <a:rPr lang="en-US" dirty="0" smtClean="0"/>
              <a:t>It widely use with machine learning algorithm.</a:t>
            </a:r>
            <a:endParaRPr lang="en-US" dirty="0" smtClean="0"/>
          </a:p>
          <a:p>
            <a:r>
              <a:rPr lang="en-US" dirty="0"/>
              <a:t>in  Standardization</a:t>
            </a:r>
            <a:r>
              <a:rPr lang="en-US" dirty="0" smtClean="0"/>
              <a:t>, </a:t>
            </a:r>
            <a:r>
              <a:rPr lang="en-US" dirty="0"/>
              <a:t>you're changing the </a:t>
            </a:r>
            <a:r>
              <a:rPr lang="en-US" i="1" dirty="0"/>
              <a:t>shape of the distribution</a:t>
            </a:r>
            <a:r>
              <a:rPr lang="en-US" dirty="0"/>
              <a:t> of your data.</a:t>
            </a:r>
            <a:endParaRPr lang="en-US" dirty="0"/>
          </a:p>
          <a:p>
            <a:endParaRPr lang="en-US" dirty="0" smtClean="0"/>
          </a:p>
          <a:p>
            <a:endParaRPr lang="en-IN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509451" y="457200"/>
            <a:ext cx="8634549" cy="175432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 smtClean="0"/>
              <a:t>Standardization </a:t>
            </a:r>
            <a:endParaRPr lang="en-US" dirty="0" smtClean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 smtClean="0"/>
              <a:t>rescale </a:t>
            </a:r>
            <a:r>
              <a:rPr lang="en-US" dirty="0"/>
              <a:t>the feature such as mean(u) = 0 and standard deviation (a) = 1. </a:t>
            </a:r>
            <a:endParaRPr lang="en-US" dirty="0" smtClean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 smtClean="0"/>
              <a:t>The result of standardization is Z called as Z-score normalization</a:t>
            </a:r>
            <a:endParaRPr lang="en-US" dirty="0" smtClean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 smtClean="0"/>
              <a:t>If data follow normal distribution (</a:t>
            </a:r>
            <a:r>
              <a:rPr lang="en-US" dirty="0" err="1" smtClean="0"/>
              <a:t>gaussian</a:t>
            </a:r>
            <a:r>
              <a:rPr lang="en-US" dirty="0" smtClean="0"/>
              <a:t> distribution).Bell Curve If the original distribution is normal , then the </a:t>
            </a:r>
            <a:r>
              <a:rPr lang="en-US" dirty="0" err="1" smtClean="0"/>
              <a:t>standardised</a:t>
            </a:r>
            <a:r>
              <a:rPr lang="en-US" dirty="0" smtClean="0"/>
              <a:t> distribution will be normal. If the original distribution is skewed , then the </a:t>
            </a:r>
            <a:r>
              <a:rPr lang="en-US" dirty="0" err="1" smtClean="0"/>
              <a:t>standardised</a:t>
            </a:r>
            <a:r>
              <a:rPr lang="en-US" dirty="0" smtClean="0"/>
              <a:t> distribution will be skewed.</a:t>
            </a:r>
            <a:endParaRPr lang="en-IN" dirty="0"/>
          </a:p>
        </p:txBody>
      </p:sp>
      <p:sp>
        <p:nvSpPr>
          <p:cNvPr id="3" name="Rectangle 2"/>
          <p:cNvSpPr/>
          <p:nvPr/>
        </p:nvSpPr>
        <p:spPr>
          <a:xfrm>
            <a:off x="509451" y="2985591"/>
            <a:ext cx="6096000" cy="1200329"/>
          </a:xfrm>
          <a:prstGeom prst="rect">
            <a:avLst/>
          </a:prstGeom>
        </p:spPr>
        <p:txBody>
          <a:bodyPr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 smtClean="0"/>
              <a:t>Normalization</a:t>
            </a:r>
            <a:endParaRPr lang="en-US" dirty="0" smtClean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 smtClean="0"/>
              <a:t>rescale </a:t>
            </a:r>
            <a:r>
              <a:rPr lang="en-US" dirty="0"/>
              <a:t>the feature in fixed range between 0 to 1</a:t>
            </a:r>
            <a:r>
              <a:rPr lang="en-US" dirty="0" smtClean="0"/>
              <a:t>.</a:t>
            </a:r>
            <a:endParaRPr lang="en-US" dirty="0" smtClean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 smtClean="0"/>
              <a:t> </a:t>
            </a:r>
            <a:r>
              <a:rPr lang="en-US" dirty="0" err="1"/>
              <a:t>x_norm</a:t>
            </a:r>
            <a:r>
              <a:rPr lang="en-US" dirty="0"/>
              <a:t> = x - </a:t>
            </a:r>
            <a:r>
              <a:rPr lang="en-US" dirty="0" err="1"/>
              <a:t>x_min</a:t>
            </a:r>
            <a:r>
              <a:rPr lang="en-US" dirty="0"/>
              <a:t> / </a:t>
            </a:r>
            <a:r>
              <a:rPr lang="en-US" dirty="0" err="1"/>
              <a:t>x_max</a:t>
            </a:r>
            <a:r>
              <a:rPr lang="en-US" dirty="0"/>
              <a:t> - </a:t>
            </a:r>
            <a:r>
              <a:rPr lang="en-US" dirty="0" err="1"/>
              <a:t>x_min</a:t>
            </a:r>
            <a:r>
              <a:rPr lang="en-US" dirty="0"/>
              <a:t> </a:t>
            </a:r>
            <a:endParaRPr lang="en-US" dirty="0" smtClean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 smtClean="0"/>
              <a:t>normalization </a:t>
            </a:r>
            <a:r>
              <a:rPr lang="en-US" dirty="0"/>
              <a:t>also called as Min-Max scaling. </a:t>
            </a:r>
            <a:endParaRPr lang="en-US" dirty="0" smtClean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/>
          <p:cNvSpPr/>
          <p:nvPr/>
        </p:nvSpPr>
        <p:spPr>
          <a:xfrm>
            <a:off x="953778" y="674724"/>
            <a:ext cx="8817429" cy="369252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285750" indent="-285750">
              <a:buFont typeface="Wingdings" panose="05000000000000000000" pitchFamily="2" charset="2"/>
              <a:buChar char="q"/>
            </a:pPr>
            <a:r>
              <a:rPr lang="en-IN" dirty="0"/>
              <a:t>Which ML </a:t>
            </a:r>
            <a:r>
              <a:rPr lang="en-IN" dirty="0" err="1"/>
              <a:t>Algo</a:t>
            </a:r>
            <a:r>
              <a:rPr lang="en-IN" dirty="0"/>
              <a:t> Required Feature Scaling..? </a:t>
            </a:r>
            <a:endParaRPr lang="en-IN" dirty="0" smtClean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dirty="0" smtClean="0"/>
              <a:t>Those </a:t>
            </a:r>
            <a:r>
              <a:rPr lang="en-IN" dirty="0"/>
              <a:t>algorithms calculate </a:t>
            </a:r>
            <a:r>
              <a:rPr lang="en-IN" dirty="0" smtClean="0"/>
              <a:t>Distance</a:t>
            </a:r>
            <a:endParaRPr lang="en-IN" dirty="0" smtClean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dirty="0" smtClean="0"/>
              <a:t>K-Nearest </a:t>
            </a:r>
            <a:r>
              <a:rPr lang="en-IN" dirty="0" err="1"/>
              <a:t>Neighbors</a:t>
            </a:r>
            <a:r>
              <a:rPr lang="en-IN" dirty="0"/>
              <a:t>(KNN) </a:t>
            </a:r>
            <a:endParaRPr lang="en-IN" dirty="0" smtClean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dirty="0" smtClean="0"/>
              <a:t>K-Means</a:t>
            </a:r>
            <a:endParaRPr lang="en-IN" dirty="0" smtClean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dirty="0" smtClean="0"/>
              <a:t>Support </a:t>
            </a:r>
            <a:r>
              <a:rPr lang="en-IN" dirty="0"/>
              <a:t>Vector Machine(SVM) </a:t>
            </a:r>
            <a:endParaRPr lang="en-IN" dirty="0" smtClean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dirty="0" smtClean="0"/>
              <a:t>Linear </a:t>
            </a:r>
            <a:r>
              <a:rPr lang="en-IN" dirty="0"/>
              <a:t>Regression </a:t>
            </a:r>
            <a:endParaRPr lang="en-IN" dirty="0" smtClean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dirty="0" smtClean="0"/>
              <a:t>Logistic Regression</a:t>
            </a:r>
            <a:endParaRPr lang="en-IN" dirty="0" smtClean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dirty="0" smtClean="0"/>
              <a:t>Neural </a:t>
            </a:r>
            <a:r>
              <a:rPr lang="en-IN" dirty="0"/>
              <a:t>Network </a:t>
            </a:r>
            <a:endParaRPr lang="en-US" dirty="0" smtClean="0"/>
          </a:p>
          <a:p>
            <a:endParaRPr lang="en-IN" dirty="0" smtClean="0"/>
          </a:p>
          <a:p>
            <a:pPr marL="285750" indent="-285750">
              <a:buFont typeface="Wingdings" panose="05000000000000000000" pitchFamily="2" charset="2"/>
              <a:buChar char="q"/>
            </a:pPr>
            <a:r>
              <a:rPr lang="en-IN" dirty="0" smtClean="0"/>
              <a:t>Not </a:t>
            </a:r>
            <a:r>
              <a:rPr lang="en-IN" dirty="0" smtClean="0"/>
              <a:t>required</a:t>
            </a:r>
            <a:endParaRPr lang="en-IN" dirty="0" smtClean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dirty="0" smtClean="0"/>
              <a:t>Decision  Tree</a:t>
            </a:r>
            <a:endParaRPr lang="en-IN" dirty="0" smtClean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dirty="0" smtClean="0"/>
              <a:t>Random Forest</a:t>
            </a:r>
            <a:endParaRPr lang="en-IN" dirty="0" smtClean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dirty="0" smtClean="0"/>
              <a:t>Naïve bias</a:t>
            </a:r>
            <a:endParaRPr lang="en-IN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1278</Words>
  <Application>WPS Presentation</Application>
  <PresentationFormat>Widescreen</PresentationFormat>
  <Paragraphs>44</Paragraphs>
  <Slides>3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7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3</vt:i4>
      </vt:variant>
    </vt:vector>
  </HeadingPairs>
  <TitlesOfParts>
    <vt:vector size="11" baseType="lpstr">
      <vt:lpstr>Arial</vt:lpstr>
      <vt:lpstr>SimSun</vt:lpstr>
      <vt:lpstr>Wingdings</vt:lpstr>
      <vt:lpstr>Calibri Light</vt:lpstr>
      <vt:lpstr>Calibri</vt:lpstr>
      <vt:lpstr>Microsoft YaHei</vt:lpstr>
      <vt:lpstr>Arial Unicode MS</vt:lpstr>
      <vt:lpstr>Office Theme</vt:lpstr>
      <vt:lpstr>Normalization vs standardization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Normalization vs standardization</dc:title>
  <dc:creator>Admin</dc:creator>
  <cp:lastModifiedBy>Helly</cp:lastModifiedBy>
  <cp:revision>16</cp:revision>
  <dcterms:created xsi:type="dcterms:W3CDTF">2022-09-26T05:39:00Z</dcterms:created>
  <dcterms:modified xsi:type="dcterms:W3CDTF">2023-10-27T10:06:34Z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801661E06C3143DD8F6FC9BA6B57097E_12</vt:lpwstr>
  </property>
  <property fmtid="{D5CDD505-2E9C-101B-9397-08002B2CF9AE}" pid="3" name="KSOProductBuildVer">
    <vt:lpwstr>1033-12.2.0.13266</vt:lpwstr>
  </property>
</Properties>
</file>