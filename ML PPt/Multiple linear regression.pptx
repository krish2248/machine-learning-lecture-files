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F2CB-2EA5-41A5-ABC4-3ED169963C3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7FE9C-B38B-4AFF-97D5-39C63D8B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26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F2CB-2EA5-41A5-ABC4-3ED169963C3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7FE9C-B38B-4AFF-97D5-39C63D8B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049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F2CB-2EA5-41A5-ABC4-3ED169963C3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7FE9C-B38B-4AFF-97D5-39C63D8B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737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F2CB-2EA5-41A5-ABC4-3ED169963C3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7FE9C-B38B-4AFF-97D5-39C63D8B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68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F2CB-2EA5-41A5-ABC4-3ED169963C3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7FE9C-B38B-4AFF-97D5-39C63D8B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38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F2CB-2EA5-41A5-ABC4-3ED169963C3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7FE9C-B38B-4AFF-97D5-39C63D8B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40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F2CB-2EA5-41A5-ABC4-3ED169963C3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7FE9C-B38B-4AFF-97D5-39C63D8B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229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F2CB-2EA5-41A5-ABC4-3ED169963C3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7FE9C-B38B-4AFF-97D5-39C63D8B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3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F2CB-2EA5-41A5-ABC4-3ED169963C3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7FE9C-B38B-4AFF-97D5-39C63D8B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009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F2CB-2EA5-41A5-ABC4-3ED169963C3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7FE9C-B38B-4AFF-97D5-39C63D8B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005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F2CB-2EA5-41A5-ABC4-3ED169963C3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7FE9C-B38B-4AFF-97D5-39C63D8B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378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2F2CB-2EA5-41A5-ABC4-3ED169963C31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7FE9C-B38B-4AFF-97D5-39C63D8BD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82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Linear Regression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dirty="0"/>
              <a:t>M</a:t>
            </a:r>
            <a:r>
              <a:rPr lang="en-US" sz="2000" dirty="0" smtClean="0"/>
              <a:t>ultiple </a:t>
            </a:r>
            <a:r>
              <a:rPr lang="en-US" sz="2000" dirty="0"/>
              <a:t>Linear Regression or Multiple Regression is used to model the linear relationship between a dependent variable and a </a:t>
            </a:r>
            <a:r>
              <a:rPr lang="en-US" sz="2000" dirty="0" smtClean="0"/>
              <a:t>multiple independent </a:t>
            </a:r>
            <a:r>
              <a:rPr lang="en-US" sz="2000" dirty="0"/>
              <a:t>variables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Consider example price </a:t>
            </a:r>
            <a:r>
              <a:rPr lang="en-US" sz="2000" dirty="0"/>
              <a:t>of </a:t>
            </a:r>
            <a:r>
              <a:rPr lang="en-US" sz="2000" dirty="0" smtClean="0"/>
              <a:t>mobile phone where it’s price is depend on </a:t>
            </a:r>
            <a:r>
              <a:rPr lang="en-IN" dirty="0"/>
              <a:t> brand name, storage, </a:t>
            </a:r>
            <a:r>
              <a:rPr lang="en-IN" dirty="0" smtClean="0"/>
              <a:t>camera and age. Here brand </a:t>
            </a:r>
            <a:r>
              <a:rPr lang="en-IN" dirty="0"/>
              <a:t>name, storage, </a:t>
            </a:r>
            <a:r>
              <a:rPr lang="en-IN" dirty="0" smtClean="0"/>
              <a:t>camera and age are independent variable. </a:t>
            </a:r>
          </a:p>
          <a:p>
            <a:endParaRPr lang="en-US" sz="2000" dirty="0"/>
          </a:p>
          <a:p>
            <a:r>
              <a:rPr lang="en-US" b="1" dirty="0"/>
              <a:t>The equation for the multiple linear regression model is –</a:t>
            </a:r>
            <a:endParaRPr lang="en-US" dirty="0"/>
          </a:p>
          <a:p>
            <a:r>
              <a:rPr lang="en-US" dirty="0"/>
              <a:t>Y=B0+B1X1+B2X2+…+</a:t>
            </a:r>
            <a:r>
              <a:rPr lang="en-US" dirty="0" err="1"/>
              <a:t>BnXn</a:t>
            </a:r>
            <a:endParaRPr lang="en-US" dirty="0"/>
          </a:p>
          <a:p>
            <a:r>
              <a:rPr lang="en-US" dirty="0"/>
              <a:t>Where Y is the dependent variable,</a:t>
            </a:r>
          </a:p>
          <a:p>
            <a:r>
              <a:rPr lang="en-US" dirty="0"/>
              <a:t>X1, X2…</a:t>
            </a:r>
            <a:r>
              <a:rPr lang="en-US" dirty="0" err="1"/>
              <a:t>Xn</a:t>
            </a:r>
            <a:r>
              <a:rPr lang="en-US" dirty="0"/>
              <a:t> are independent variables,</a:t>
            </a:r>
          </a:p>
          <a:p>
            <a:r>
              <a:rPr lang="en-US" dirty="0"/>
              <a:t>And B0, B1, B2, …, </a:t>
            </a:r>
            <a:r>
              <a:rPr lang="en-US" dirty="0" err="1"/>
              <a:t>Bn</a:t>
            </a:r>
            <a:r>
              <a:rPr lang="en-US" dirty="0"/>
              <a:t> are regression coefficients.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4827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055" y="1846422"/>
            <a:ext cx="4883727" cy="36110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0708" y="326571"/>
            <a:ext cx="11312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Here graphical represent of data of person age and it’s work experience  which are independent variable and salary is dependent variable. </a:t>
            </a:r>
          </a:p>
          <a:p>
            <a:r>
              <a:rPr lang="en-US" dirty="0" smtClean="0"/>
              <a:t>Out multiple linear algorithm will try to find plan that fit the best and minimum distance with all data points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581308" y="4811186"/>
            <a:ext cx="84927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7731" y="5035041"/>
            <a:ext cx="201689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Experience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41385" y="2862832"/>
            <a:ext cx="119334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Salary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4681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577" y="1685109"/>
            <a:ext cx="5491100" cy="43499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9713" y="640079"/>
            <a:ext cx="10476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From this gram we can understand that our multiple linear regression algorithm plot a plan that have minimum distance wilt respect to all points.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476071" y="2875895"/>
            <a:ext cx="119334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Salary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89868" y="5050155"/>
            <a:ext cx="84927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74931" y="5413589"/>
            <a:ext cx="201689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Experience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41841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111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Multiple Linear Regression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2022-10-18T03:54:37Z</dcterms:created>
  <dcterms:modified xsi:type="dcterms:W3CDTF">2022-10-18T04:43:41Z</dcterms:modified>
</cp:coreProperties>
</file>