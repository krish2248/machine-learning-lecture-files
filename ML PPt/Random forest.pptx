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3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48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5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2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9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7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7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13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9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6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72FED-E65D-4000-957E-68FBB2FE7356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B1EB8-3CD4-4CF0-A98C-26D6AB5D0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26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21734" y="2288067"/>
            <a:ext cx="44431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Random Forest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592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204" y="248195"/>
            <a:ext cx="994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Random forest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04947" y="1131307"/>
            <a:ext cx="67273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One limitation on Decision tree algorithm is that it </a:t>
            </a:r>
            <a:r>
              <a:rPr lang="en-US" dirty="0" err="1" smtClean="0"/>
              <a:t>overfit</a:t>
            </a:r>
            <a:r>
              <a:rPr lang="en-US" dirty="0" smtClean="0"/>
              <a:t> the model that solution is provided with random forest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Random forest classifier is powerful ML algorithm which can be use to solve classification as well as regression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Random forest  contains a number of decision trees on various subsets of the given dataset and takes the average to improve the predictive accuracy of that dataset. </a:t>
            </a:r>
            <a:r>
              <a:rPr lang="en-US" dirty="0"/>
              <a:t>” Instead of relying on one decision tree</a:t>
            </a:r>
            <a:r>
              <a:rPr lang="en-US" dirty="0" smtClean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the random forest takes the prediction from each tree and based on the majority votes of predictions, and it predicts the final output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greater number of trees in the forest leads to higher accuracy and prevents the problem of overfitting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can understand working of Random forest from diagram shown in figure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331" y="617527"/>
            <a:ext cx="4514286" cy="5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8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2" y="354598"/>
            <a:ext cx="107725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Suppose there is a dataset that contains multiple fruit images. So, this dataset is given to the Random forest classifier. The dataset is divided into subsets and given to each decision tree. </a:t>
            </a:r>
          </a:p>
          <a:p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During the training phase, each decision tree produces a prediction result, and when a new data point occurs. </a:t>
            </a:r>
          </a:p>
          <a:p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Default number of tree that created in </a:t>
            </a:r>
            <a:r>
              <a:rPr lang="en-US" b="0" i="0" dirty="0" err="1" smtClean="0">
                <a:solidFill>
                  <a:srgbClr val="292929"/>
                </a:solidFill>
                <a:effectLst/>
                <a:latin typeface="source-serif-pro"/>
              </a:rPr>
              <a:t>sklearn</a:t>
            </a:r>
            <a:r>
              <a:rPr lang="en-US" b="0" i="0" dirty="0" smtClean="0">
                <a:solidFill>
                  <a:srgbClr val="292929"/>
                </a:solidFill>
                <a:effectLst/>
                <a:latin typeface="source-serif-pro"/>
              </a:rPr>
              <a:t> is 100 but we can change it. In this example we just take three tree so we can better understand.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755" y="2382086"/>
            <a:ext cx="6190476" cy="2485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741" y="5212080"/>
            <a:ext cx="1107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 we can see above tree is created on over training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11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8194"/>
            <a:ext cx="1084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Now to understand how model predict we consider case that we apply apple data into Random forest.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354" y="617526"/>
            <a:ext cx="5714286" cy="4438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2709"/>
            <a:ext cx="1124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 all decision tree will try to classify input data and base on majority voting our final class value will be selected.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50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280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2022-10-18T11:04:43Z</dcterms:created>
  <dcterms:modified xsi:type="dcterms:W3CDTF">2022-10-18T11:32:02Z</dcterms:modified>
</cp:coreProperties>
</file>