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5F03-9244-4A30-B43E-13FB8F12568E}" type="datetimeFigureOut">
              <a:rPr lang="en-IN" smtClean="0"/>
              <a:t>22-09-2022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9F5E-0C81-4451-9E39-0698C34CC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024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5F03-9244-4A30-B43E-13FB8F12568E}" type="datetimeFigureOut">
              <a:rPr lang="en-IN" smtClean="0"/>
              <a:t>22-09-2022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9F5E-0C81-4451-9E39-0698C34CC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929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5F03-9244-4A30-B43E-13FB8F12568E}" type="datetimeFigureOut">
              <a:rPr lang="en-IN" smtClean="0"/>
              <a:t>22-09-2022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9F5E-0C81-4451-9E39-0698C34CC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63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5F03-9244-4A30-B43E-13FB8F12568E}" type="datetimeFigureOut">
              <a:rPr lang="en-IN" smtClean="0"/>
              <a:t>22-09-2022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9F5E-0C81-4451-9E39-0698C34CC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258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5F03-9244-4A30-B43E-13FB8F12568E}" type="datetimeFigureOut">
              <a:rPr lang="en-IN" smtClean="0"/>
              <a:t>22-09-2022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9F5E-0C81-4451-9E39-0698C34CC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44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5F03-9244-4A30-B43E-13FB8F12568E}" type="datetimeFigureOut">
              <a:rPr lang="en-IN" smtClean="0"/>
              <a:t>22-09-2022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9F5E-0C81-4451-9E39-0698C34CC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76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5F03-9244-4A30-B43E-13FB8F12568E}" type="datetimeFigureOut">
              <a:rPr lang="en-IN" smtClean="0"/>
              <a:t>22-09-2022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9F5E-0C81-4451-9E39-0698C34CC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075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5F03-9244-4A30-B43E-13FB8F12568E}" type="datetimeFigureOut">
              <a:rPr lang="en-IN" smtClean="0"/>
              <a:t>22-09-2022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9F5E-0C81-4451-9E39-0698C34CC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644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5F03-9244-4A30-B43E-13FB8F12568E}" type="datetimeFigureOut">
              <a:rPr lang="en-IN" smtClean="0"/>
              <a:t>22-09-2022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9F5E-0C81-4451-9E39-0698C34CC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0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5F03-9244-4A30-B43E-13FB8F12568E}" type="datetimeFigureOut">
              <a:rPr lang="en-IN" smtClean="0"/>
              <a:t>22-09-2022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9F5E-0C81-4451-9E39-0698C34CC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307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5F03-9244-4A30-B43E-13FB8F12568E}" type="datetimeFigureOut">
              <a:rPr lang="en-IN" smtClean="0"/>
              <a:t>22-09-2022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9F5E-0C81-4451-9E39-0698C34CC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851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F5F03-9244-4A30-B43E-13FB8F12568E}" type="datetimeFigureOut">
              <a:rPr lang="en-IN" smtClean="0"/>
              <a:t>22-09-2022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C9F5E-0C81-4451-9E39-0698C34CC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913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87927" y="1177636"/>
            <a:ext cx="87560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i="0" dirty="0" smtClean="0">
                <a:effectLst/>
                <a:latin typeface="Inter"/>
              </a:rPr>
              <a:t>Define:</a:t>
            </a:r>
            <a:r>
              <a:rPr lang="en-US" b="0" i="0" dirty="0" smtClean="0">
                <a:effectLst/>
                <a:latin typeface="Inter"/>
              </a:rPr>
              <a:t> What type of model will it be? A decision tree? Some other type of model? Some other parameters of the model type are specified too.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i="0" dirty="0" smtClean="0">
                <a:effectLst/>
                <a:latin typeface="Inter"/>
              </a:rPr>
              <a:t>Fit:</a:t>
            </a:r>
            <a:r>
              <a:rPr lang="en-US" b="0" i="0" dirty="0" smtClean="0">
                <a:effectLst/>
                <a:latin typeface="Inter"/>
              </a:rPr>
              <a:t> Capture patterns from provided data. This is the heart of modeling.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i="0" dirty="0" smtClean="0">
                <a:effectLst/>
                <a:latin typeface="Inter"/>
              </a:rPr>
              <a:t>Predict:</a:t>
            </a:r>
            <a:r>
              <a:rPr lang="en-US" b="0" i="0" dirty="0" smtClean="0">
                <a:effectLst/>
                <a:latin typeface="Inter"/>
              </a:rPr>
              <a:t> </a:t>
            </a:r>
            <a:r>
              <a:rPr lang="en-US" dirty="0" smtClean="0">
                <a:latin typeface="Inter"/>
              </a:rPr>
              <a:t>make multiple </a:t>
            </a:r>
            <a:r>
              <a:rPr lang="en-US" smtClean="0">
                <a:latin typeface="Inter"/>
              </a:rPr>
              <a:t>predicition</a:t>
            </a:r>
            <a:endParaRPr lang="en-US" b="0" i="0" dirty="0" smtClean="0">
              <a:effectLst/>
              <a:latin typeface="Inter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i="0" dirty="0" smtClean="0">
                <a:effectLst/>
                <a:latin typeface="Inter"/>
              </a:rPr>
              <a:t>Evaluate</a:t>
            </a:r>
            <a:r>
              <a:rPr lang="en-US" b="0" i="0" dirty="0" smtClean="0">
                <a:effectLst/>
                <a:latin typeface="Inter"/>
              </a:rPr>
              <a:t>: Determine how accurate the model's predictions are.</a:t>
            </a:r>
            <a:endParaRPr lang="en-US" b="0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975903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Inter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2022-09-22T12:21:51Z</dcterms:created>
  <dcterms:modified xsi:type="dcterms:W3CDTF">2022-09-22T12:23:18Z</dcterms:modified>
</cp:coreProperties>
</file>