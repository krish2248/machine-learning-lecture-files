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445A3C9-D299-43C8-84D1-16FECC138E96}"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36F628-8AAF-4B1C-AD43-0069014680F5}" type="slidenum">
              <a:rPr lang="en-IN" smtClean="0"/>
              <a:t>‹#›</a:t>
            </a:fld>
            <a:endParaRPr lang="en-IN"/>
          </a:p>
        </p:txBody>
      </p:sp>
    </p:spTree>
    <p:extLst>
      <p:ext uri="{BB962C8B-B14F-4D97-AF65-F5344CB8AC3E}">
        <p14:creationId xmlns:p14="http://schemas.microsoft.com/office/powerpoint/2010/main" val="3920940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445A3C9-D299-43C8-84D1-16FECC138E96}"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36F628-8AAF-4B1C-AD43-0069014680F5}" type="slidenum">
              <a:rPr lang="en-IN" smtClean="0"/>
              <a:t>‹#›</a:t>
            </a:fld>
            <a:endParaRPr lang="en-IN"/>
          </a:p>
        </p:txBody>
      </p:sp>
    </p:spTree>
    <p:extLst>
      <p:ext uri="{BB962C8B-B14F-4D97-AF65-F5344CB8AC3E}">
        <p14:creationId xmlns:p14="http://schemas.microsoft.com/office/powerpoint/2010/main" val="269311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445A3C9-D299-43C8-84D1-16FECC138E96}"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36F628-8AAF-4B1C-AD43-0069014680F5}" type="slidenum">
              <a:rPr lang="en-IN" smtClean="0"/>
              <a:t>‹#›</a:t>
            </a:fld>
            <a:endParaRPr lang="en-IN"/>
          </a:p>
        </p:txBody>
      </p:sp>
    </p:spTree>
    <p:extLst>
      <p:ext uri="{BB962C8B-B14F-4D97-AF65-F5344CB8AC3E}">
        <p14:creationId xmlns:p14="http://schemas.microsoft.com/office/powerpoint/2010/main" val="97547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445A3C9-D299-43C8-84D1-16FECC138E96}" type="datetimeFigureOut">
              <a:rPr lang="en-IN" smtClean="0"/>
              <a:t>18-10-2022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36F628-8AAF-4B1C-AD43-0069014680F5}" type="slidenum">
              <a:rPr lang="en-IN" smtClean="0"/>
              <a:t>‹#›</a:t>
            </a:fld>
            <a:endParaRPr lang="en-IN"/>
          </a:p>
        </p:txBody>
      </p:sp>
    </p:spTree>
    <p:extLst>
      <p:ext uri="{BB962C8B-B14F-4D97-AF65-F5344CB8AC3E}">
        <p14:creationId xmlns:p14="http://schemas.microsoft.com/office/powerpoint/2010/main" val="3445129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445A3C9-D299-43C8-84D1-16FECC138E96}" type="datetimeFigureOut">
              <a:rPr lang="en-IN" smtClean="0"/>
              <a:t>18-10-2022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736F628-8AAF-4B1C-AD43-0069014680F5}" type="slidenum">
              <a:rPr lang="en-IN" smtClean="0"/>
              <a:t>‹#›</a:t>
            </a:fld>
            <a:endParaRPr lang="en-IN"/>
          </a:p>
        </p:txBody>
      </p:sp>
    </p:spTree>
    <p:extLst>
      <p:ext uri="{BB962C8B-B14F-4D97-AF65-F5344CB8AC3E}">
        <p14:creationId xmlns:p14="http://schemas.microsoft.com/office/powerpoint/2010/main" val="3433869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445A3C9-D299-43C8-84D1-16FECC138E96}" type="datetimeFigureOut">
              <a:rPr lang="en-IN" smtClean="0"/>
              <a:t>18-10-2022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736F628-8AAF-4B1C-AD43-0069014680F5}" type="slidenum">
              <a:rPr lang="en-IN" smtClean="0"/>
              <a:t>‹#›</a:t>
            </a:fld>
            <a:endParaRPr lang="en-IN"/>
          </a:p>
        </p:txBody>
      </p:sp>
    </p:spTree>
    <p:extLst>
      <p:ext uri="{BB962C8B-B14F-4D97-AF65-F5344CB8AC3E}">
        <p14:creationId xmlns:p14="http://schemas.microsoft.com/office/powerpoint/2010/main" val="170808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45A3C9-D299-43C8-84D1-16FECC138E96}" type="datetimeFigureOut">
              <a:rPr lang="en-IN" smtClean="0"/>
              <a:t>18-10-2022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736F628-8AAF-4B1C-AD43-0069014680F5}" type="slidenum">
              <a:rPr lang="en-IN" smtClean="0"/>
              <a:t>‹#›</a:t>
            </a:fld>
            <a:endParaRPr lang="en-IN"/>
          </a:p>
        </p:txBody>
      </p:sp>
    </p:spTree>
    <p:extLst>
      <p:ext uri="{BB962C8B-B14F-4D97-AF65-F5344CB8AC3E}">
        <p14:creationId xmlns:p14="http://schemas.microsoft.com/office/powerpoint/2010/main" val="3456346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445A3C9-D299-43C8-84D1-16FECC138E96}" type="datetimeFigureOut">
              <a:rPr lang="en-IN" smtClean="0"/>
              <a:t>18-10-2022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36F628-8AAF-4B1C-AD43-0069014680F5}" type="slidenum">
              <a:rPr lang="en-IN" smtClean="0"/>
              <a:t>‹#›</a:t>
            </a:fld>
            <a:endParaRPr lang="en-IN"/>
          </a:p>
        </p:txBody>
      </p:sp>
    </p:spTree>
    <p:extLst>
      <p:ext uri="{BB962C8B-B14F-4D97-AF65-F5344CB8AC3E}">
        <p14:creationId xmlns:p14="http://schemas.microsoft.com/office/powerpoint/2010/main" val="1911368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445A3C9-D299-43C8-84D1-16FECC138E96}" type="datetimeFigureOut">
              <a:rPr lang="en-IN" smtClean="0"/>
              <a:t>18-10-2022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36F628-8AAF-4B1C-AD43-0069014680F5}" type="slidenum">
              <a:rPr lang="en-IN" smtClean="0"/>
              <a:t>‹#›</a:t>
            </a:fld>
            <a:endParaRPr lang="en-IN"/>
          </a:p>
        </p:txBody>
      </p:sp>
    </p:spTree>
    <p:extLst>
      <p:ext uri="{BB962C8B-B14F-4D97-AF65-F5344CB8AC3E}">
        <p14:creationId xmlns:p14="http://schemas.microsoft.com/office/powerpoint/2010/main" val="227414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445A3C9-D299-43C8-84D1-16FECC138E96}"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36F628-8AAF-4B1C-AD43-0069014680F5}" type="slidenum">
              <a:rPr lang="en-IN" smtClean="0"/>
              <a:t>‹#›</a:t>
            </a:fld>
            <a:endParaRPr lang="en-IN"/>
          </a:p>
        </p:txBody>
      </p:sp>
    </p:spTree>
    <p:extLst>
      <p:ext uri="{BB962C8B-B14F-4D97-AF65-F5344CB8AC3E}">
        <p14:creationId xmlns:p14="http://schemas.microsoft.com/office/powerpoint/2010/main" val="2075310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445A3C9-D299-43C8-84D1-16FECC138E96}" type="datetimeFigureOut">
              <a:rPr lang="en-IN" smtClean="0"/>
              <a:t>18-10-2022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36F628-8AAF-4B1C-AD43-0069014680F5}" type="slidenum">
              <a:rPr lang="en-IN" smtClean="0"/>
              <a:t>‹#›</a:t>
            </a:fld>
            <a:endParaRPr lang="en-IN"/>
          </a:p>
        </p:txBody>
      </p:sp>
    </p:spTree>
    <p:extLst>
      <p:ext uri="{BB962C8B-B14F-4D97-AF65-F5344CB8AC3E}">
        <p14:creationId xmlns:p14="http://schemas.microsoft.com/office/powerpoint/2010/main" val="3992185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45A3C9-D299-43C8-84D1-16FECC138E96}" type="datetimeFigureOut">
              <a:rPr lang="en-IN" smtClean="0"/>
              <a:t>18-10-2022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36F628-8AAF-4B1C-AD43-0069014680F5}" type="slidenum">
              <a:rPr lang="en-IN" smtClean="0"/>
              <a:t>‹#›</a:t>
            </a:fld>
            <a:endParaRPr lang="en-IN"/>
          </a:p>
        </p:txBody>
      </p:sp>
    </p:spTree>
    <p:extLst>
      <p:ext uri="{BB962C8B-B14F-4D97-AF65-F5344CB8AC3E}">
        <p14:creationId xmlns:p14="http://schemas.microsoft.com/office/powerpoint/2010/main" val="1994730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25402" y="2967335"/>
            <a:ext cx="5341206" cy="1754326"/>
          </a:xfrm>
          <a:prstGeom prst="rect">
            <a:avLst/>
          </a:prstGeom>
          <a:noFill/>
        </p:spPr>
        <p:txBody>
          <a:bodyPr wrap="none" lIns="91440" tIns="45720" rIns="91440" bIns="45720">
            <a:spAutoFit/>
          </a:bodyPr>
          <a:lstStyle/>
          <a:p>
            <a:pPr algn="ctr"/>
            <a:r>
              <a:rPr lang="en-US" sz="5400" b="0" cap="none" spc="0" dirty="0" smtClean="0">
                <a:ln w="0"/>
                <a:solidFill>
                  <a:schemeClr val="accent1"/>
                </a:solidFill>
                <a:effectLst>
                  <a:outerShdw blurRad="38100" dist="25400" dir="5400000" algn="ctr" rotWithShape="0">
                    <a:srgbClr val="6E747A">
                      <a:alpha val="43000"/>
                    </a:srgbClr>
                  </a:outerShdw>
                </a:effectLst>
              </a:rPr>
              <a:t>Logistic regression</a:t>
            </a:r>
          </a:p>
          <a:p>
            <a:pPr algn="ctr"/>
            <a:endParaRPr lang="en-US" sz="54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7696024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36469" y="522514"/>
            <a:ext cx="10450286" cy="2031325"/>
          </a:xfrm>
          <a:prstGeom prst="rect">
            <a:avLst/>
          </a:prstGeom>
          <a:noFill/>
        </p:spPr>
        <p:txBody>
          <a:bodyPr wrap="square" rtlCol="0">
            <a:spAutoFit/>
          </a:bodyPr>
          <a:lstStyle/>
          <a:p>
            <a:r>
              <a:rPr lang="en-US" dirty="0" smtClean="0"/>
              <a:t>Logistic regression is a machine learning classification algorithm that is used to predict the probability of certain classes based on some dependent variables.</a:t>
            </a:r>
          </a:p>
          <a:p>
            <a:endParaRPr lang="en-US" dirty="0" smtClean="0"/>
          </a:p>
          <a:p>
            <a:r>
              <a:rPr lang="en-US" dirty="0"/>
              <a:t>The output of logistic regression is always between (0, and 1), which is suitable for a binary classification </a:t>
            </a:r>
            <a:r>
              <a:rPr lang="en-US" dirty="0" smtClean="0"/>
              <a:t>task  </a:t>
            </a:r>
          </a:p>
          <a:p>
            <a:endParaRPr lang="en-US" dirty="0"/>
          </a:p>
          <a:p>
            <a:r>
              <a:rPr lang="en-US" dirty="0" smtClean="0"/>
              <a:t>Logistic regression use sigmoid function to classify categories, A sigmoid function is a mathematical function having a characteristic "S"-shaped curve or sigmoid curve.</a:t>
            </a: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3782" y="3246502"/>
            <a:ext cx="4624251" cy="3272380"/>
          </a:xfrm>
          <a:prstGeom prst="rect">
            <a:avLst/>
          </a:prstGeom>
        </p:spPr>
      </p:pic>
    </p:spTree>
    <p:extLst>
      <p:ext uri="{BB962C8B-B14F-4D97-AF65-F5344CB8AC3E}">
        <p14:creationId xmlns:p14="http://schemas.microsoft.com/office/powerpoint/2010/main" val="15426277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27017" y="104503"/>
            <a:ext cx="6858000" cy="369332"/>
          </a:xfrm>
          <a:prstGeom prst="rect">
            <a:avLst/>
          </a:prstGeom>
          <a:noFill/>
        </p:spPr>
        <p:txBody>
          <a:bodyPr wrap="square" rtlCol="0">
            <a:spAutoFit/>
          </a:bodyPr>
          <a:lstStyle/>
          <a:p>
            <a:r>
              <a:rPr lang="en-US" dirty="0" smtClean="0"/>
              <a:t>Working of Logistic regression </a:t>
            </a:r>
            <a:endParaRPr lang="en-IN" dirty="0"/>
          </a:p>
        </p:txBody>
      </p:sp>
      <p:sp>
        <p:nvSpPr>
          <p:cNvPr id="5" name="TextBox 4"/>
          <p:cNvSpPr txBox="1"/>
          <p:nvPr/>
        </p:nvSpPr>
        <p:spPr>
          <a:xfrm>
            <a:off x="627017" y="604463"/>
            <a:ext cx="11038114" cy="2308324"/>
          </a:xfrm>
          <a:prstGeom prst="rect">
            <a:avLst/>
          </a:prstGeom>
          <a:noFill/>
        </p:spPr>
        <p:txBody>
          <a:bodyPr wrap="square" rtlCol="0">
            <a:spAutoFit/>
          </a:bodyPr>
          <a:lstStyle/>
          <a:p>
            <a:r>
              <a:rPr lang="en-US" dirty="0" smtClean="0"/>
              <a:t>Working of logistic regression is batter understand by the consider the example of dataset of cancer patients  here different size of tumor is  given and base of size we are trying to classify the person with particular size have cancer or not.</a:t>
            </a:r>
          </a:p>
          <a:p>
            <a:endParaRPr lang="en-US" dirty="0"/>
          </a:p>
          <a:p>
            <a:r>
              <a:rPr lang="en-US" dirty="0" smtClean="0"/>
              <a:t>Base of size and logistic regression will plot sigmoid function curve and output of sigmoid function is greater than or equal to 0.5 it will classify it as class=1 person having cancer. For output of sigmoid function less than 0.5 it will classify it as class =0 person not having cancer.</a:t>
            </a:r>
          </a:p>
          <a:p>
            <a:endParaRPr lang="en-IN" dirty="0"/>
          </a:p>
        </p:txBody>
      </p:sp>
      <p:pic>
        <p:nvPicPr>
          <p:cNvPr id="7" name="Picture 6"/>
          <p:cNvPicPr>
            <a:picLocks noChangeAspect="1"/>
          </p:cNvPicPr>
          <p:nvPr/>
        </p:nvPicPr>
        <p:blipFill>
          <a:blip r:embed="rId2"/>
          <a:stretch>
            <a:fillRect/>
          </a:stretch>
        </p:blipFill>
        <p:spPr>
          <a:xfrm>
            <a:off x="2539228" y="3043415"/>
            <a:ext cx="7400925" cy="3143250"/>
          </a:xfrm>
          <a:prstGeom prst="rect">
            <a:avLst/>
          </a:prstGeom>
        </p:spPr>
      </p:pic>
    </p:spTree>
    <p:extLst>
      <p:ext uri="{BB962C8B-B14F-4D97-AF65-F5344CB8AC3E}">
        <p14:creationId xmlns:p14="http://schemas.microsoft.com/office/powerpoint/2010/main" val="34095909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175126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177</Words>
  <Application>Microsoft Office PowerPoint</Application>
  <PresentationFormat>Widescreen</PresentationFormat>
  <Paragraphs>10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4</cp:revision>
  <dcterms:created xsi:type="dcterms:W3CDTF">2022-10-18T06:08:48Z</dcterms:created>
  <dcterms:modified xsi:type="dcterms:W3CDTF">2022-10-18T06:34:55Z</dcterms:modified>
</cp:coreProperties>
</file>